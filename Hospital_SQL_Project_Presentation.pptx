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B4F5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CAPACITY &amp;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ANALYSIS USING SQL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analysis of hospital capacity, staffing, and patient outcomes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42976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4F5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407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42976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4F5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407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relational 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42976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4F52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407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7,858 rows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0" y="42976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4F52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407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CTEs, Window Fns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MySQL  |  MySQL Workbench  |  Kaggle Dataset (Hospital Beds Management)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Database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hospital dataset analyzed to uncover capacity, staffing, and satisfaction insights.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6642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patient_id, name, age, arrival_date, departure_date, service, satisfaction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12680" y="1737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988 rows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7180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8986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staff_id, staff_name, role, service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12680" y="2971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20624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services_weekly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413308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week, month, service, available_beds, patients_request, patients_admitted, patients_refused, patient_satisfaction, staff_morale, event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12680" y="4206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rows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44068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40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staff_schedule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53675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week, staff_id, staff_name, role, service, present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12680" y="5440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6,552 rows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note: 12 rows with invalid age (age = 0) removed from patients table (~1.2% of data).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patients were admitted in each service?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service, COUNT(*) AS admitted_patients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admitted_patients DESC;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 Patients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general_medicine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are fairly evenly spread, with Emergency slightly leading — no single service is overwhelmingly dominant in patient volume.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service has the highest number of admitted patients?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service, COUNT(*) AS admitted_patients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admitted_patients DESC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 Patients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28346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324612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handles the most admissions (260) — this makes it the top priority for capacity planning.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staff members are there for each role?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role, COUNT(*) AS total_members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staff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role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total_members DESC;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18288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Members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nursing_assistant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37490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416052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form the backbone of staffing (63% of workforce) — nurse scheduling has the biggest operational impact.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average patient satisfaction score for each service?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service, ROUND(AVG(satisfaction),2) AS avg_patient_satisfaction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avg_patient_satisfaction DESC;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Satisfaction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general_medicine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scores are close across services (78-80 range) — no service is dramatically underperforming on patient experience.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average length of stay for patients in each service?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service,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ROUND(AVG(DATEDIFF(departure_date, arrival_date)),2) AS avg_length_of_stay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avg_length_of_stay DESC;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Length of Stay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7.17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general_medicine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and ICU patients stay longest — these services need the most careful bed-turnover planning.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service has the highest patient refusal rate?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service,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SUM(patients_refused) AS total_refused,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SUM(patients_request) AS total_requests,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CONCAT(ROUND(SUM(patients_refused)*100.0/SUM(patients_request),2),"%")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refusal_rate_pct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services_weekly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refusal_rate_pct DESC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28346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324612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Emergency refuses over 80% of requests — a severe capacity shortfall that directly hurts access to care.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which week were the most staff absences recorded?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week, COUNT(*) AS staff_absences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staff_schedule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present = 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week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staff_absences DESC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Absences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28346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324612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saw a major staffing gap (126 absences) — worth cross-checking against admission spikes or flu events.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service has the lowest average available beds?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service, ROUND(AVG(available_beds),2) AS avg_ava_beds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services_weekly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avg_ava_beds =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MIN(avg_beds) FROM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ROUND(AVG(available_beds),2) AS avg_beds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services_weekly 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Available Beds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28346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324612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consistently runs with the fewest beds — the tightest resource margin in the hospital.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patient satisfaction drop during flu weeks vs no-event weeks?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event, ROUND(AVG(patient_satisfaction),2) AS avg_satisfaction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services_weekly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event IN ('flu','none')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event;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13716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Satisfaction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329184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370332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dips modestly during flu weeks (-0.99 pts) — a measurable but not dramatic seasonal effect.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staff member has worked the most weeks?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staff_id, COUNT(*) AS weeks_worked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staff_schedule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present = 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staff_id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weeks_worked DESC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Worked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STF-4e69ee46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28346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324612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staff member logged 34 present weeks — a candidate for recognition, or a burnout risk worth monitoring.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weeks within each service by patient satisfaction (window function).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week, service, patient_satisfaction,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patient_satisfaction DESC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satisfaction_rank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services_weekly;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246888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42153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5 of 208 rows (Emergency service) — the same PARTITION BY logic ranks all 4 services independently.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0" y="47548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9F5F3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29400" y="5166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surfaces each service's best and worst weeks side-by-side — useful for spotting what conditions drive top performance.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relationship between staff morale and patient satisfaction?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staff_morale &gt;= 80 THEN 'Very High Morale'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WHEN staff_morale &gt;= 60 THEN 'Moderate Morale'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ELSE 'Low Morale' END AS morale_category,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ROUND(AVG(patient_satisfaction),2) AS avg_satisfaction,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total_weeks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services_weekly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morale_category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avg_satisfaction DESC;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18288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Morale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Satisfaction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Morale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Morale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Morale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37490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416052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satisfaction varies only modestly across morale categories, suggesting a weak association between staff morale and satisfaction in this dataset.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month-wise trend of patients admitted per service (LAG window function).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monthly_data AS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service, month, SUM(patients_admitted) AS total_admitted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services_weekly GROUP BY service, month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service, month, total_admitted,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LAG(total_admitted) OVER (PARTITION BY service ORDER BY month)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previous_month_admitted,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total_admitted - LAG(total_admitted) OVER (PARTITION BY service ORDER BY month)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change_from_previous_month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monthly_data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service, month;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246888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Admitted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42153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5 of 48 rows (Emergency service) — the query computes this trend for all 4 services using LAG().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0" y="47548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9F5F3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29400" y="5166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admissions declined across the observed months, falling from 124 in month 1 to 63 by month 7 — a trend worth feeding into staffing forecasts.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top 3 weeks with the strongest combination of high refusal rate and low staff morale.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ranked_data AS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week, service,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ROUND(patients_refused*100.0/patients_request,2) AS refusal_rate_pct,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staff_morale,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(ORDER BY (patients_refused*100.0/patients_request) DESC)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refusal_rank,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(ORDER BY staff_morale ASC) AS morale_rank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services_weekly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week, service, refusal_rate_pct, staff_morale,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(refusal_rank + morale_rank) AS combined_rank_score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ranked_data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combined_rank_score ASC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1828800"/>
        </p:xfrm>
        <a:graphic>
          <a:graphicData uri="http://schemas.openxmlformats.org/drawingml/2006/table">
            <a:tbl>
              <a:tblPr/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general_medicine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general_medicine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37490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416052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ranking refusal rate and staff morale separately, then combining the ranks, this surfaces weeks under the most combined pressure — General Medicine appears twice, flagging it as a recurring pressure point.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384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pattern between staff attendance rate and patient satisfaction per service?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0B2B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attendance_data AS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service,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ROUND(SUM(CASE WHEN present=1 THEN 1 ELSE 0 END)*100.0/COUNT(*),2)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attendance_rate_pct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staff_schedule 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satisfaction_data AS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service, ROUND(AVG(patient_satisfaction),2) AS avg_satisfaction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services_weekly GROUP BY 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a.service, a.attendance_rate_pct, s.avg_satisfaction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attendance_data 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satisfaction_data s ON a.service = s.service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a.attendance_rate_pct DESC;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22860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Satisfaction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general_medicine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9F5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rates are similar across services (59-60%), while satisfaction varies — suggesting attendance alone doesn't explain the difference. This compares service-level averages (association), not a formal statistical correlation.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B4F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hospital leadership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B4F52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0992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55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capacity crisis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20391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80.87% of Emergency requests are refused — the single most urgent operational issue in the dataset.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B4F52"/>
          </a:solidFill>
          <a:ln/>
        </p:spPr>
      </p:sp>
      <p:sp>
        <p:nvSpPr>
          <p:cNvPr id="11" name="Shape 9"/>
          <p:cNvSpPr/>
          <p:nvPr/>
        </p:nvSpPr>
        <p:spPr>
          <a:xfrm>
            <a:off x="6373368" y="170992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655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ICU: fewest beds, highest satisfaction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0" y="20391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runs with the lowest bed count (14.85 avg) yet the highest patient satisfaction (81.62) — worth investigating further.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B4F5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32841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273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declining in observed months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admissions fell from 124 to 63 across the observed months — static staffing plans miss this trend.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12724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B4F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373368" y="332841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273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 shows only weak association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0" y="3657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satisfaction varied only modestly across morale categories — other factors (beds, wait times) likely play a bigger role.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4573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B4F52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946904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946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892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crisis point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34440" y="527608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 appears twice in the top-3 crisis weeks — a pattern, not a one-off, worth root-causing.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474573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B4F52"/>
          </a:solidFill>
          <a:ln/>
        </p:spPr>
      </p:sp>
      <p:sp>
        <p:nvSpPr>
          <p:cNvPr id="31" name="Shape 29"/>
          <p:cNvSpPr/>
          <p:nvPr/>
        </p:nvSpPr>
        <p:spPr>
          <a:xfrm>
            <a:off x="6373368" y="4946904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4946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4892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 weeks cost ~1 satisfaction point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58000" y="527608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but modest dip (79.73 → 78.74) — manageable with modest surge planning.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Capacity &amp; Resource Analysis using SQL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2026-08-24T03:49:24Z</dcterms:created>
  <dcterms:modified xsi:type="dcterms:W3CDTF">2026-08-24T03:49:24Z</dcterms:modified>
</cp:coreProperties>
</file>